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FD428-7FFF-7C4F-57F8-DF1153D8F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BE7276-3ED6-DF43-714C-F234EF78A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4FAC1-E951-DE37-68E5-D00B4CC3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CAD141-9AB6-037D-A817-B7549A89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4E652-2B34-6822-76BD-9009F888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03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62368-009F-DA6D-A1E9-5C00CDBA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F903D-AE0F-2E74-28E3-4B0C1B547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9A176-8228-56BC-AD0F-7D969299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CF2CE-245F-6698-821E-308984EC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28B17C-4544-1E73-C42E-8CCA35D1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36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5C6F6-AD3D-6E19-4E15-294C94AD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2E7CF9-C5EB-FB36-8A14-52526E28A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01B79-431E-992D-3A9B-1FA8C4A4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5499-BAF7-B18A-D3C4-375B7C5B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162F0-C550-91B8-83E1-10993FD7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8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94D2E-BDB6-6EB7-56FB-DE05A38B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9D80D6-56A6-153D-478E-3406BCE87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49006B-6F2E-8946-01FB-4414C3B79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5E2A8B-F226-CF9D-34A7-E8646F37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8857E8-AABF-C4D2-5D14-7D801429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91AE26-B596-DE67-5EB2-BADF9C86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46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E3891-7483-2EAB-88CC-0D49479C0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F5AA07-5DC9-7A3C-B7EF-62A2D49D6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478E77-C6C3-1DFD-D21F-128DDB72C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1342F7-166A-6166-EEE7-60C736406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C9CFA1-E545-A95B-79F8-B41913457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6E9F51-B444-7FDC-52C7-20B90DB8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76584B-86D7-0808-5B27-7068CCF2D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92D3C6-6A7C-2BCA-534F-0071549C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2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620FF-90CF-4816-DEF4-664628F5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90162D-90E4-6FA1-279F-1075B560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124584-BCA7-1241-F313-2AC8CB0F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CFD523-2DF1-B521-F8D0-29F1D755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4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50CB41-290F-2A8C-D2F2-FD1DB82E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72271A-0386-4E37-5E0D-DAEC344B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7FE01A-C59E-20A6-FAE1-66725399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19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B28F0-9332-A861-3D23-07EC93DE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C96C6-8279-B751-D96D-B3A0C3486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88BEB4-563E-A977-6009-ABA826F52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C8F15D-A2E9-04A2-00F3-03DA5DC5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9FF6B7-C307-9EE1-4986-457ED032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B68A06-EE99-8D3F-F136-BD232E07B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8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799EB-A847-A84A-5662-6A885CAF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C8E8FD-6E8C-8A97-DA1B-E80348DD4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8E70B6-464E-37EE-C5F3-DF336E140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DD1835-F087-7B35-B27F-775AED76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F6B33-7CBD-C964-ABFA-10FAA47C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EEBB09-6833-C99A-53C5-590A180C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19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3176A-91FF-353F-7949-4E05A544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868C58-78ED-57D1-0EC8-0D4227891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F46244-E012-3425-6725-1845A3AF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7B8D9-C498-EEBE-D5D2-95028BD1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744059-A995-1761-8DD9-39A23254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042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26082D-E776-A214-56D7-EA33B5E9D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06C71B-2891-7B43-7AD5-332B7DBA6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80014-F212-34B7-8492-AEA4A81E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20249-E909-83BE-3D9E-D5C0779C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5F8836-CA58-3CE0-5F8A-CE817EB4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46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F2BE42-FF65-9DE2-A1DE-00D4CBC1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6DCBA5-7BC7-C5D5-0793-08F9A45DA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000F45-FFFC-4E45-87C2-C10823DD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BD64D-3DC7-40BA-AEB3-F06926175BA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22860-E919-B42C-C332-4F9111AC9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81FB4-55D9-407A-EDE6-A95EE15E5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C65CF-45CA-41C9-A94E-BD06D8CD80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5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Leamon Lee</dc:creator>
  <cp:lastModifiedBy>Leamon Lee</cp:lastModifiedBy>
  <cp:revision>1</cp:revision>
  <dcterms:created xsi:type="dcterms:W3CDTF">2026-09-16T16:05:37Z</dcterms:created>
  <dcterms:modified xsi:type="dcterms:W3CDTF">2026-09-16T16:06:01Z</dcterms:modified>
</cp:coreProperties>
</file>